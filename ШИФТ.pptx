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1" r:id="rId9"/>
    <p:sldId id="262" r:id="rId10"/>
    <p:sldId id="260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3B81A-EB32-48D1-953A-C4A36345ADB1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E6B42-3BA9-4071-911C-1B0D3C0FF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E6B42-3BA9-4071-911C-1B0D3C0FFDC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37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E6B42-3BA9-4071-911C-1B0D3C0FFDC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67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E6B42-3BA9-4071-911C-1B0D3C0FFDC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68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1662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9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537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036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81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73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33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41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235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62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45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259488A-F4D6-457E-8CA1-BCB563FE6FC9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CA44B39-33AF-407B-A6B7-4F66542A27C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20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E3C84-37FD-A08D-2DF3-801D1ADF6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600" b="1" dirty="0">
                <a:latin typeface="Verdana" panose="020B0604030504040204" pitchFamily="34" charset="0"/>
                <a:ea typeface="Verdana" panose="020B0604030504040204" pitchFamily="34" charset="0"/>
              </a:rPr>
              <a:t>Авто-</a:t>
            </a:r>
            <a:br>
              <a:rPr lang="ru-RU" sz="6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6600" b="1" dirty="0">
                <a:latin typeface="Verdana" panose="020B0604030504040204" pitchFamily="34" charset="0"/>
                <a:ea typeface="Verdana" panose="020B0604030504040204" pitchFamily="34" charset="0"/>
              </a:rPr>
              <a:t>тестирование</a:t>
            </a:r>
            <a:endParaRPr lang="ru-RU" sz="6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E93117-6530-723C-E8A3-E52DF63D1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Саксонов Константин</a:t>
            </a:r>
          </a:p>
        </p:txBody>
      </p:sp>
    </p:spTree>
    <p:extLst>
      <p:ext uri="{BB962C8B-B14F-4D97-AF65-F5344CB8AC3E}">
        <p14:creationId xmlns:p14="http://schemas.microsoft.com/office/powerpoint/2010/main" val="190498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0FE8B-256A-974D-5516-7791B957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32873"/>
            <a:ext cx="9601200" cy="886326"/>
          </a:xfrm>
        </p:spPr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Мотивация</a:t>
            </a:r>
          </a:p>
        </p:txBody>
      </p:sp>
      <p:sp>
        <p:nvSpPr>
          <p:cNvPr id="19" name="Объект 18">
            <a:extLst>
              <a:ext uri="{FF2B5EF4-FFF2-40B4-BE49-F238E27FC236}">
                <a16:creationId xmlns:a16="http://schemas.microsoft.com/office/drawing/2014/main" id="{9DEE2028-A1BB-1F00-B59A-71D7B4E0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68905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Цели участия в интенсиве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Получить практический опыт в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автотестировании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Освоить синтаксис, основные команды, подходы к написанию тестов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Научиться решать нестандартные задачи (капча, пагинация)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Определить вектор дальнейшего развития в AQA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53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4A20-BE7A-F2EB-0C36-35F4F98C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01D18-DC56-C2F9-BC4F-EE130D06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8916"/>
            <a:ext cx="9601200" cy="966537"/>
          </a:xfrm>
        </p:spPr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Полученные знания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6952EF-0408-7ED7-B2E1-92A87F62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Что изучено за время курса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Структура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автотестов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пирамида тестирования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Фронтенд: HTML, CSS, JavaScript, DOM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Клиент-серверная архитектура (HTTP, статусы, запросы/ответы)</a:t>
            </a:r>
          </a:p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DevTools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(поиск локаторов, Network,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Console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Playwright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селекторы, ожидания, скриншоты,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моки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ветки, Pull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Requests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ревью кода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03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4508-DF1F-8694-FABD-C076C574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757A0-D9F7-C750-C5E4-FB580171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7959"/>
            <a:ext cx="9601200" cy="102936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Реализованные автотесты для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web-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приложений	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48B697-9DFF-C31D-C822-FC80B6ACA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583242"/>
              </p:ext>
            </p:extLst>
          </p:nvPr>
        </p:nvGraphicFramePr>
        <p:xfrm>
          <a:off x="1563624" y="1569078"/>
          <a:ext cx="9601199" cy="48447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8504">
                  <a:extLst>
                    <a:ext uri="{9D8B030D-6E8A-4147-A177-3AD203B41FA5}">
                      <a16:colId xmlns:a16="http://schemas.microsoft.com/office/drawing/2014/main" val="2453073500"/>
                    </a:ext>
                  </a:extLst>
                </a:gridCol>
                <a:gridCol w="7122695">
                  <a:extLst>
                    <a:ext uri="{9D8B030D-6E8A-4147-A177-3AD203B41FA5}">
                      <a16:colId xmlns:a16="http://schemas.microsoft.com/office/drawing/2014/main" val="2174143763"/>
                    </a:ext>
                  </a:extLst>
                </a:gridCol>
              </a:tblGrid>
              <a:tr h="430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Модуль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проверяет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911443"/>
                  </a:ext>
                </a:extLst>
              </a:tr>
              <a:tr h="430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Навигация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Логотип, переходы по категориям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899812"/>
                  </a:ext>
                </a:extLst>
              </a:tr>
              <a:tr h="430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Куки-баннер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Появление и закрытие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23406"/>
                  </a:ext>
                </a:extLst>
              </a:tr>
              <a:tr h="6734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Скриншоты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Визуальные изменения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66442"/>
                  </a:ext>
                </a:extLst>
              </a:tr>
              <a:tr h="430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Корзина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Пустая / с товаром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686695"/>
                  </a:ext>
                </a:extLst>
              </a:tr>
              <a:tr h="6734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Сортировка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 страница / все страницы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801239"/>
                  </a:ext>
                </a:extLst>
              </a:tr>
              <a:tr h="6734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Валидация ФИО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Позитивные и негативные проверки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007446"/>
                  </a:ext>
                </a:extLst>
              </a:tr>
              <a:tr h="6734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Капча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Валидный / </a:t>
                      </a: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невалидный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код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017375"/>
                  </a:ext>
                </a:extLst>
              </a:tr>
              <a:tr h="430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Моки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/ ошибки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8924" marR="148206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500 ошибка, текст сообщения</a:t>
                      </a:r>
                      <a:endParaRPr lang="ru-RU" sz="2000" b="0" i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48206" marR="88924" marT="92629" marB="92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452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56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5400-8E4D-9DF1-E938-1FF80813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086B2-2D4B-DAF6-BF59-4E72266B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7959"/>
            <a:ext cx="9601200" cy="1029367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Что тестировали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077423-ABC7-958D-3944-1F8AAA59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559" y="1066093"/>
            <a:ext cx="8563841" cy="548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9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F404-0E53-74F8-1706-65B6FEB8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ABD18-440B-4AE5-787E-F529FCA9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7959"/>
            <a:ext cx="9601200" cy="1029367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Что тестировали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81602F-886C-E177-A8C8-97A98EE37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783" y="1267326"/>
            <a:ext cx="4134342" cy="28158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895C43-F76D-E461-FA30-D8DA4841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267326"/>
            <a:ext cx="4958342" cy="354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5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7C695-4862-4BA2-66E8-F6EA73E2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15CC8-1100-CEB0-1A9A-47C4E43E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7959"/>
            <a:ext cx="9601200" cy="1029367"/>
          </a:xfrm>
        </p:spPr>
        <p:txBody>
          <a:bodyPr>
            <a:norm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Что тестировали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D5DE1E-908F-A516-425B-8FB89EA1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67326"/>
            <a:ext cx="4953000" cy="35398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822272-4B8A-10A0-2190-DA00F17E9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58" y="1267326"/>
            <a:ext cx="4942892" cy="33358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06C86A-D31A-F932-5EE8-B763F322F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024" y="4977405"/>
            <a:ext cx="5890163" cy="13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5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46E4-7222-C4EC-D3B7-7A43C499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5B867-8885-444E-AA8E-571C03BD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47" y="254491"/>
            <a:ext cx="9601200" cy="1485900"/>
          </a:xfrm>
        </p:spPr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Пример теста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CA9A27-A21A-3149-C7DD-C9BC1E895F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45" t="10000" r="24869"/>
          <a:stretch>
            <a:fillRect/>
          </a:stretch>
        </p:blipFill>
        <p:spPr>
          <a:xfrm>
            <a:off x="6104021" y="1428750"/>
            <a:ext cx="4868779" cy="5174759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481A08FC-DD0E-998F-5495-848F7137F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8" y="1638299"/>
            <a:ext cx="5285874" cy="4965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Нужно протестировать поле ФИО:</a:t>
            </a:r>
            <a:b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1. Позитивные тесты</a:t>
            </a:r>
          </a:p>
          <a:p>
            <a:pPr marL="0" indent="0">
              <a:buNone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Негативные тесты</a:t>
            </a:r>
          </a:p>
          <a:p>
            <a:pPr marL="0" indent="0">
              <a:buNone/>
            </a:pP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Корректно: </a:t>
            </a:r>
          </a:p>
          <a:p>
            <a:pPr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Все введено правильно – Можно отправить заявку</a:t>
            </a:r>
          </a:p>
          <a:p>
            <a:pPr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Что-то нарушено – текст подсказка + нельзя отправить заявку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Tx/>
              <a:buChar char="-"/>
            </a:pP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4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A4C0-978F-9B18-3061-BED45A0D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E73D9-995B-BB53-AA2B-4637865E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00" y="268706"/>
            <a:ext cx="9601200" cy="1485900"/>
          </a:xfrm>
        </p:spPr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Пример теста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BD98E8-022B-41D0-BFC4-3A780873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00" y="1626600"/>
            <a:ext cx="10410890" cy="45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3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E4201-FA58-D6FD-AEFC-B1F7112C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58" y="219801"/>
            <a:ext cx="4836695" cy="1485900"/>
          </a:xfrm>
        </p:spPr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Пример теста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8EEF65-9A34-9E13-6E81-63C154939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299"/>
          <a:stretch>
            <a:fillRect/>
          </a:stretch>
        </p:blipFill>
        <p:spPr>
          <a:xfrm>
            <a:off x="5781853" y="685800"/>
            <a:ext cx="6137431" cy="58171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3376DA-D499-C830-DE71-899B64EE95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705"/>
          <a:stretch>
            <a:fillRect/>
          </a:stretch>
        </p:blipFill>
        <p:spPr>
          <a:xfrm>
            <a:off x="945158" y="1693669"/>
            <a:ext cx="4470194" cy="480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0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DBCF6-8781-90BF-B75D-77043AD1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Итоги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110147-5DB7-C567-3BAA-B1BD7FC3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1952"/>
            <a:ext cx="9601200" cy="3581400"/>
          </a:xfrm>
        </p:spPr>
        <p:txBody>
          <a:bodyPr>
            <a:norm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Было написано более 50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автотестов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Освоен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Playwright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TypeScript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Получен опыт ревью кода через Pull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Requests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2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C0A8-6114-3737-47AD-B13F3157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7DC73-4EFD-5C20-7E73-C6BA93C6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Мои планы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на ближайшее будущее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64D33-DFA9-D0B9-0596-E3BCD7DC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Изучить аналоги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playwright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ООП в тестировании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Развиваться дальше в сфере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93258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42D45-F88F-46B5-0E1F-3836CC97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53164450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1242</TotalTime>
  <Words>236</Words>
  <Application>Microsoft Office PowerPoint</Application>
  <PresentationFormat>Широкоэкранный</PresentationFormat>
  <Paragraphs>60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Calibri</vt:lpstr>
      <vt:lpstr>Franklin Gothic Book</vt:lpstr>
      <vt:lpstr>Verdana</vt:lpstr>
      <vt:lpstr>Уголки</vt:lpstr>
      <vt:lpstr>Авто- тестирование</vt:lpstr>
      <vt:lpstr>Мотивация</vt:lpstr>
      <vt:lpstr>Полученные знания</vt:lpstr>
      <vt:lpstr>Реализованные автотесты для web-приложений </vt:lpstr>
      <vt:lpstr>Что тестировали</vt:lpstr>
      <vt:lpstr>Что тестировали</vt:lpstr>
      <vt:lpstr>Что тестировали</vt:lpstr>
      <vt:lpstr>Пример теста</vt:lpstr>
      <vt:lpstr>Пример теста</vt:lpstr>
      <vt:lpstr>Пример теста</vt:lpstr>
      <vt:lpstr>Итоги</vt:lpstr>
      <vt:lpstr>Мои планы на ближайшее будущее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Cаксонов</dc:creator>
  <cp:lastModifiedBy>Константин Cаксонов</cp:lastModifiedBy>
  <cp:revision>2</cp:revision>
  <dcterms:created xsi:type="dcterms:W3CDTF">2026-07-10T06:49:57Z</dcterms:created>
  <dcterms:modified xsi:type="dcterms:W3CDTF">2026-07-11T03:55:29Z</dcterms:modified>
</cp:coreProperties>
</file>